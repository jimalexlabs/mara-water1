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STAFF ROLES &amp;
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C5B8"/>
                </a:solidFill>
                <a:latin typeface="Calibri"/>
              </a:rPr>
              <a:t>Clear instructions for every person at Mara Water
Homa Springs Limited · Rongo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D4"/>
                </a:solidFill>
                <a:latin typeface="Calibri"/>
              </a:rPr>
              <a:t>Internal use — give the relevant section to each employee on joining / role change
Keep with attendance &amp; HR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How to use this handbook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Print or share the slides for THAT role with the employee. Do not overwhelm them with every role.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Manager walks through ‘Daily must-dos’ and ‘Never do this’ on day one. Employee signs acknowledgement (last slide).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All staff use the Mara Water system (web or Android app) — marawater.online — with their own login.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Golden rule: if a number can be calculated (returns, bales expected, daily production, profit), the system calculates it. Do not invent figures.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Timestamps for check-in, trip start/end, and sales are system-generated. Never backdate or fake times.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When unsure: ask the Manager (CPA Kathy). Do not guess on stock, cash, or customer prices.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Who is who — organisation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874519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Full oversight
Strategy &amp; capital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1371600"/>
            <a:ext cx="1874519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CPA Kathy
Day-to-day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1874519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Lead + 6 ladies
Batches &amp;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371600"/>
            <a:ext cx="1874519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Vehicle &amp; trips
Dispatch / returns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1371600"/>
            <a:ext cx="1874519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Sales Exec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Field sales
Customers &amp; cash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371600"/>
            <a:ext cx="187451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1371600"/>
            <a:ext cx="1874519" cy="64008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9" y="15087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Investor*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22860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F1C"/>
                </a:solidFill>
                <a:latin typeface="Calibri"/>
              </a:rPr>
              <a:t>Curated view
Not day-to-day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*Investors are capital partners. They see a high-level dashboard only — not employee handbooks for daily work.
One warehouse only. Stock arrives from suppliers or leaves on trips. Nothing ‘moves’ between imaginary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Rules that apply to EVERY 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57600" cy="5486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Use your own login — never share passwords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Capture customers with name, phone, address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Report issues in the app the same day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Protect company cash, stock, and vehicles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Be respectful to customers and teammates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657600" cy="548640"/>
          </a:xfrm>
          <a:prstGeom prst="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invent ‘goods returned’ — system computes it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change prices silently — note required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take stock without a live trip consignment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drink alcohol on duty / on trips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hide shortages — flag them immediately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4300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3657600" cy="54864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If something goes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Tell Manager same day (call + log Issue)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Keep receipts / photos when possible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Do not alter past trip numbers yourself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Director unlocks locked trips if needed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Safety first — stop unsafe driving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Owns the vehicle, mileage, and safe delivery of the trip consignment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Get stock from the warehouse to customers safely and on time, then return unsold bales with a clean reconciliation.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Check in as Driver (not Sales Executive) at start of shift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Create / open trip: vehicle, warehouse, mileage start, route, authorizing officer, bales loaded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Do not leave until Start Trip succeeds and dispatch is locked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Drive assigned route; support Sales Exec with loading/unloading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Log fuel with Manager if you draw diesel; note vehicle problems same day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At end: ensure sales are entered, capture mileage end, End Trip only after reconciliation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Check out as Driver when the day is finished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96596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In the Mara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Driver Dashboard · Check-In · Trips · Sales · Issues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Authorizing officer is mandatory — no blank officer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Returns = Dispatched − Sold (you never type returns)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See your sell-through, km, fuel, and repair costs on the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A3A"/>
                </a:solidFill>
                <a:latin typeface="Calibri"/>
              </a:rPr>
              <a:t>Never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Start a trip without authorizing officer or mileage start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Carry stock that is not on the trip consignment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End trip with paper sales not entered in the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Hide accidents, shortages, or vehicle damage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5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Calibri"/>
              </a:rPr>
              <a:t>Success looks like: on-time routes, accurate mileage, zero unexplained stock gaps, vehicle cared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SALES 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Owns field sales, customer capture, cash/M-Pesa/debt recording, and price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Turn dispatched bales into honest sales with complete customer records and clean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Check in as Sales Executive (separate from Driver check-in)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Work with Driver on the active trip — one sales log per day per trip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Before End Trip: enter EVERY sale — name, phone, full address, SKU, quantity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If price differs from default: enter the price AND a mandatory note (who / why)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Prefer collecting cash or M-Pesa; for debt capture signatory + expected date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Use customer search before creating duplicates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Check out as Sales Executive at end of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96596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In the Mara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Trips → Log a Sale · Sales history · Customer base on dashboard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Customers you add feed the central CRM (SMS / recall later)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Sell-through and debt outstanding appear on your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A3A"/>
                </a:solidFill>
                <a:latin typeface="Calibri"/>
              </a:rPr>
              <a:t>Never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Skip customer phone or address ‘to save time’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Change prices without a written reason in the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Keep private sales books outside the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Promise discounts the Manager/Director did not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6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Calibri"/>
              </a:rPr>
              <a:t>Success looks like: full customer data, few debts overdue, sell-through rising, no silent discounts.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PRODUCTION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Owns daily batches, team output totals, and materials readiness for packing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Produce the day’s required bales cleanly so sales has stock and production pay has a true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Plan the day’s SKUs and bales with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Create New Batch in the system: SKU + quantity (bales) + manufacture date only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No expiry field to invent — system uses SKU shelf life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Ensure water tests are done when Manager/QA schedules them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Confirm materials on hand (display-only) — flag shortages early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Review Daily Production for the date: all SKUs + grand total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Capture team attendance / output notes Manager needs for payroll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96596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In the Mara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Production → New Batch · Daily Production drill-down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Package Run UI is removed — batch auto-completes packaging behind the scenes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Daily total across SKUs is what payroll performance 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A3A"/>
                </a:solidFill>
                <a:latin typeface="Calibri"/>
              </a:rPr>
              <a:t>Never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Create fake batches to inflate numbers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Skip logging a real production day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Duplicate arrival/stock logic inside Production (Inventory owns arrivals)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Ignore quality failures — bad water must be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7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Calibri"/>
              </a:rPr>
              <a:t>Success looks like: batches match plan, daily totals complete, materials never surprise sales mid-week.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PRODUCTION TEAM (6 LADIES)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Hands-on packing / production — paid against team daily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Work as a team to hit the day’s bale targets with clean packing and safe hygiene.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Arrive on time — Manager records attendance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Follow Production Lead instructions for SKU and quantity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Keep workspace clean; wash hands; protect seals and labels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Count carefully — finished unit is the bale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Report damaged bottles / seals immediately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Do not leave unfinished lots unlabelled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Pay &amp; 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Pay band: roughly KES 8,000–12,500 / month (per HR)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Performance linked to team daily production totals in the system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You normally do not need your own system login — Lead/Manager record batches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take finished goods home or sell privately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F1C"/>
                </a:solidFill>
                <a:latin typeface="Calibri"/>
              </a:rPr>
              <a:t>•  Never argue count privately — resolve with Lead + Manager same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MANAGER (CPA KATHY)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Operations owner — attendance, stock arrivals, field/walk-in sales, petty cash, QA,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Keep the whole machine honest and moving: people, stock, cash, quality, and daily reporting to Director.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Record attendance for all active staff (dropdown from live HR list)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Log Stock Arrivals: supplier, SKU, bags, bottles/bag, invoice upload — bales auto-computed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Authorise trips (authorizing officer) when drivers depart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Log walk-in and field-work sales with full customer details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Run Petty Cash: fuel, electricity tokens, minor/major repairs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Complete New Water Test (pH, TDS, chlorine) with date/batch ref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Record payments / invoices; watch debtors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Review end-of-trip reports same day; chase discrepancies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96596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In the Mara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Manager dashboard · Inventory · Production · Sales · Fleet · Finance · HR · QA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Edit Corporate pricing; log Competitive prices vs Aquamist/Highland/Keringet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Cannot silently edit Default (Director) prices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Excel export available on key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A3A"/>
                </a:solidFill>
                <a:latin typeface="Calibri"/>
              </a:rPr>
              <a:t>Never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Use obsolete ‘Stock Move’ thinking — only Goods Received arrivals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Leave attendance empty or hardcoded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Absorb cash shortages without flagging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Share Director HR unlock / profit 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9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Calibri"/>
              </a:rPr>
              <a:t>Success looks like: no blank attendance, clean GRNs, trips authorised, petty cash complete, Director gets same-day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Full oversight — capital, defaults, unlocks, profit, and final accountability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Your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Protect the company: set standards, unlock when needed, see live profit, and keep investor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2E"/>
                </a:solidFill>
                <a:latin typeface="Calibri"/>
              </a:rPr>
              <a:t>Daily must-dos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Review Operations Overview and daily trip reports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Own Default pricing (admin-only edits)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Unlock locked trips only with a written reason (audit logged)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Open HR / Payroll / Profit only after secondary password unlock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Approve major stock purchases and capital decisions with investors when needed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Ensure simulation/audit gaps are fixed, not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486400" cy="196596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In the Mara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Director dashboard · Operations · Finance profit summary · HR (gated)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Profit = Revenue − COGS − Salaries − other deductions (live)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Danger Zone / backups as per admin 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A3A"/>
                </a:solidFill>
                <a:latin typeface="Calibri"/>
              </a:rPr>
              <a:t>Never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Leave HR/profit unlocked on a shared computer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Override returns math or invent COGS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Hide discrepancies from capital partners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F1C"/>
                </a:solidFill>
                <a:latin typeface="Calibri"/>
              </a:rPr>
              <a:t>•  Force-push or destroy production data without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10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2E"/>
                </a:solidFill>
                <a:latin typeface="Calibri"/>
              </a:rPr>
              <a:t>Success looks like: clean unlocks, accurate profit, staff discipline, capital partners trust the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INVESTOR (CAPITAL PARTNER)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Calibri"/>
              </a:rPr>
              <a:t>Not an employee — strategic visibility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11556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What you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Revenue today / month, production aggregate, cash + M-Pesa, stock health / reorder signal, sales trends, pricing overview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You do NOT see individual trip logs, check-ins, payroll lines, or customer-level detail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Structure: revenue-share stake for capital — not a day-to-day ops role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Escalate capital decisions (e.g. large stock reorder) with Director /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Which screens you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23444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Primary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23444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Key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647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Driver home, Check-In, Trips, Sales,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76479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Check-in, trip, start/end, view KPIs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5568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0487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Sales Exec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40487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Same driver app + Log 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40487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Customers, sales lines, price 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4495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Production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04495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Production, Materials (view)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04495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New Batch, daily totals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1115568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850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Production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68503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Usually none (Lead/Manager enter)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8503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Physical packing &amp; hygiene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052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2511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32511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Most ops modules + Petty Cash +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32511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GRN, attendance, authorise, cash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96519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Director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9651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All + gated HR/Profit +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96519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F1C"/>
                </a:solidFill>
                <a:latin typeface="Calibri"/>
              </a:rPr>
              <a:t>Defaults, unlocks, profit, 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Trip day checklist — Driver + Sales Exec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143000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801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Driver check-in AND Sales Exec check-in — separate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305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947672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Create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84831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Vehicle · Warehouse · Mileage start · Route · Authorizing officer · Bales loaded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52344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352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2752344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Start 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89503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Only when officer is saved and visible — dispatch 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57015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39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557015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48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69417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Paper OK during day; enter all sales before End Trip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61688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445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4361688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44531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49884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Every customer + SKU + qty; price notes if not default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66359"/>
            <a:ext cx="640080" cy="685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5166359"/>
            <a:ext cx="104241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2577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End trip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3035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Mileage end · Returned auto (D−S) · Report goes to Manager/Director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Who to call — escalation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201168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188720"/>
            <a:ext cx="9052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3716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Your Lead / Manager (Kathy)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916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Attendance, stock, petty cash, trip authorisation, customer disputes, vehicle issues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201168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Same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377440"/>
            <a:ext cx="9052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5603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Log an Issue in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Anything that may become a discrepancy, shortage, or safety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201168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566160"/>
            <a:ext cx="9052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749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Unlocks, pricing defaults, capital, serious misconduct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690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Locked trips, default price changes, profit/HR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201168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4754880"/>
            <a:ext cx="9052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9377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Ignore / hide / invent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578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Shortages and failed reconciliations must be flagged, not absorbed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Employee acknowledgement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I have received and understood the roles and responsibilities for my position at Homa Springs Limited (Mara Water). I agree to follow the system rules, especially on check-in, trips, sales capture, stock, and honesty with cash.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Employee full name: 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Role (tick):  ☐ Driver   ☐ Sales Executive   ☐ Production Lead   ☐ Production Team   ☐ Manager   ☐ Other: 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Date: ____ / ____ / 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Employee signature: 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1C"/>
                </a:solidFill>
                <a:latin typeface="Calibri"/>
              </a:rPr>
              <a:t>Manager signature: 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· Mara Water · Staff Roles &amp; Responsibilities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One company. One warehouse.
One source of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5B8"/>
                </a:solidFill>
                <a:latin typeface="Calibri"/>
              </a:rPr>
              <a:t>Do your role well. Capture the truth. Let the system do the maths.
Homa Springs Limited · Mara Water · Rongo
marawater.online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